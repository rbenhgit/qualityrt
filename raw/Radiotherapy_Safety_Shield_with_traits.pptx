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_slid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_slide_t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_slide_t5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_slide_t9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